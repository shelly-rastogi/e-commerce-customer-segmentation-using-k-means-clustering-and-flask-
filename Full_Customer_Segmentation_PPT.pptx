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792816-F692-4C1F-9AB4-44551DA3B788}" v="3" dt="2026-01-13T12:05:53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lly Rastogi" userId="792bcdc230457b42" providerId="LiveId" clId="{189A6A61-5755-441F-827E-C44C96645CF5}"/>
    <pc:docChg chg="custSel modSld">
      <pc:chgData name="Shelly Rastogi" userId="792bcdc230457b42" providerId="LiveId" clId="{189A6A61-5755-441F-827E-C44C96645CF5}" dt="2026-01-13T12:05:54.025" v="0" actId="27636"/>
      <pc:docMkLst>
        <pc:docMk/>
      </pc:docMkLst>
      <pc:sldChg chg="modSp mod">
        <pc:chgData name="Shelly Rastogi" userId="792bcdc230457b42" providerId="LiveId" clId="{189A6A61-5755-441F-827E-C44C96645CF5}" dt="2026-01-13T12:05:54.025" v="0" actId="27636"/>
        <pc:sldMkLst>
          <pc:docMk/>
          <pc:sldMk cId="0" sldId="263"/>
        </pc:sldMkLst>
        <pc:spChg chg="mod">
          <ac:chgData name="Shelly Rastogi" userId="792bcdc230457b42" providerId="LiveId" clId="{189A6A61-5755-441F-827E-C44C96645CF5}" dt="2026-01-13T12:05:54.025" v="0" actId="2763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Customer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Using </a:t>
            </a:r>
            <a:r>
              <a:rPr dirty="0" err="1"/>
              <a:t>KMeans</a:t>
            </a:r>
            <a:r>
              <a:rPr dirty="0"/>
              <a:t> Clustering and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 is vital for optimizing e-commerce strategies. This project uses the KMeans algorithm and Flask to group customers based on spending behavior. The tool features a web-based UI, real-time clustering, and business-oriented visuals.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Segmentation, KMeans Clustering, Machine Learning, Flask, Data Visualization, Python, E-commerce, Data 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customers helps e-commerce platforms tailor services. This project applies machine learning (KMeans clustering) to categorize customers using metrics like income, spending score, and 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KMeans has been widely used for market segmentation due to its simplicity. This project builds on previous work by embedding clustering in a web application for interactive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Collection: CSV Upload</a:t>
            </a:r>
          </a:p>
          <a:p>
            <a:r>
              <a:t>- Preprocessing: Scaling numeric values</a:t>
            </a:r>
          </a:p>
          <a:p>
            <a:r>
              <a:t>- Clustering: KMeans &amp; Elbow Method</a:t>
            </a:r>
          </a:p>
          <a:p>
            <a:r>
              <a:t>- Evaluation: Silhouette Score</a:t>
            </a:r>
          </a:p>
          <a:p>
            <a:r>
              <a:t>- Visualization: PCA, Pie, Bar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HTML, Tailwind CSS, Jinja2</a:t>
            </a:r>
          </a:p>
          <a:p>
            <a:r>
              <a:t>Backend: Flask (Python)</a:t>
            </a:r>
          </a:p>
          <a:p>
            <a:r>
              <a:t>Libraries: Pandas, NumPy, Matplotlib, Seaborn, scikit-learn</a:t>
            </a:r>
          </a:p>
          <a:p>
            <a:r>
              <a:t>Flow: Upload -&gt; Process -&gt; Cluster -&gt; Display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The system identified 4 groups:</a:t>
            </a:r>
          </a:p>
          <a:p>
            <a:r>
              <a:t>- Budget Shoppers</a:t>
            </a:r>
          </a:p>
          <a:p>
            <a:r>
              <a:t>- High Spenders</a:t>
            </a:r>
          </a:p>
          <a:p>
            <a:r>
              <a:t>- Occasional Buyers</a:t>
            </a:r>
          </a:p>
          <a:p>
            <a:r>
              <a:t>- Loyal Customers</a:t>
            </a:r>
          </a:p>
          <a:p>
            <a:endParaRPr/>
          </a:p>
          <a:p>
            <a:r>
              <a:t>Pie and bar charts help non-technical users understand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end-to-end customer segmentation system using ML and Flask was developed. It includes business and technical views, supporting better e-commerce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DBSCAN or hierarchical clustering</a:t>
            </a:r>
          </a:p>
          <a:p>
            <a:r>
              <a:t>- Add multilingual support</a:t>
            </a:r>
          </a:p>
          <a:p>
            <a:r>
              <a:t>- Real-time feedback loop</a:t>
            </a:r>
          </a:p>
          <a:p>
            <a:r>
              <a:t>- Integration with marketing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Jain et al. (1999), ACM Surveys</a:t>
            </a:r>
          </a:p>
          <a:p>
            <a:r>
              <a:t>2. scikit-learn.org</a:t>
            </a:r>
          </a:p>
          <a:p>
            <a:r>
              <a:t>3. flask.palletsprojects.com</a:t>
            </a:r>
          </a:p>
          <a:p>
            <a:r>
              <a:t>4. ProjectWorlds.in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310</Words>
  <Application>Microsoft Office PowerPoint</Application>
  <PresentationFormat>On-screen Show (4:3)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E-commerce Customer Segmentation</vt:lpstr>
      <vt:lpstr>Abstract</vt:lpstr>
      <vt:lpstr>Keywords</vt:lpstr>
      <vt:lpstr>Introduction</vt:lpstr>
      <vt:lpstr>Literature Review</vt:lpstr>
      <vt:lpstr>Methodology</vt:lpstr>
      <vt:lpstr>System Architecture</vt:lpstr>
      <vt:lpstr>Results &amp; Discussion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SHELLY RASTOGI</dc:creator>
  <cp:keywords/>
  <dc:description>generated using python-pptx</dc:description>
  <cp:lastModifiedBy>Shelly Rastogi</cp:lastModifiedBy>
  <cp:revision>2</cp:revision>
  <dcterms:created xsi:type="dcterms:W3CDTF">2013-01-27T09:14:16Z</dcterms:created>
  <dcterms:modified xsi:type="dcterms:W3CDTF">2026-01-13T12:06:02Z</dcterms:modified>
  <cp:category/>
</cp:coreProperties>
</file>